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8" r:id="rId3"/>
    <p:sldId id="267" r:id="rId4"/>
    <p:sldId id="271" r:id="rId5"/>
    <p:sldId id="273" r:id="rId6"/>
    <p:sldId id="272" r:id="rId7"/>
    <p:sldId id="274" r:id="rId9"/>
    <p:sldId id="277" r:id="rId10"/>
    <p:sldId id="275" r:id="rId11"/>
    <p:sldId id="280" r:id="rId12"/>
    <p:sldId id="281" r:id="rId13"/>
    <p:sldId id="284" r:id="rId14"/>
    <p:sldId id="282" r:id="rId15"/>
    <p:sldId id="283" r:id="rId16"/>
    <p:sldId id="286" r:id="rId17"/>
    <p:sldId id="287" r:id="rId18"/>
    <p:sldId id="289" r:id="rId19"/>
    <p:sldId id="290" r:id="rId20"/>
    <p:sldId id="288" r:id="rId21"/>
    <p:sldId id="278" r:id="rId22"/>
    <p:sldId id="279" r:id="rId23"/>
    <p:sldId id="26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howGuides="1">
      <p:cViewPr varScale="1">
        <p:scale>
          <a:sx n="59" d="100"/>
          <a:sy n="59" d="100"/>
        </p:scale>
        <p:origin x="152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254DF-2021-4232-9D79-E73A59EF99B8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22268-938B-4AE4-93BA-7CDA406B634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A22268-938B-4AE4-93BA-7CDA406B634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Calibri" panose="020F0502020204030204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D5BB0C6-8FC1-47C0-B737-D54E21B5B86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>
                <a:solidFill>
                  <a:srgbClr val="0070C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F8887D6-2A35-42AC-99C1-5E14D32EE4CF}" type="slidenum">
              <a:rPr lang="en-US" smtClean="0"/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panose="020F0502020204030204" pitchFamily="34" charset="0"/>
              <a:ea typeface="MS PGothic" panose="020B0600070205080204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/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Calibri" panose="020F0502020204030204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www.youtube.com/" TargetMode="External"/><Relationship Id="rId2" Type="http://schemas.openxmlformats.org/officeDocument/2006/relationships/hyperlink" Target="https://www.w3schools.com/Css/" TargetMode="External"/><Relationship Id="rId1" Type="http://schemas.openxmlformats.org/officeDocument/2006/relationships/hyperlink" Target="https://developer.mozilla.org/en-US/docs/Web/HTML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624" y="1122471"/>
            <a:ext cx="662473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</a:rPr>
              <a:t>Web Development</a:t>
            </a:r>
            <a:endParaRPr lang="en-US" sz="3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15716" y="3283971"/>
            <a:ext cx="5112568" cy="17837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   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Tamanna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Kansal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(2210992436)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Himanshi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(2210990403)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Coordinator:Mr. Mustakim Shaikh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Institute of Engineering and Technology, 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University, Punjab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7624" y="2376805"/>
            <a:ext cx="662473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Hub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16632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1196752"/>
            <a:ext cx="691276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Problem Statement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Technical Details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Key Features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Significance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Scope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Code Snippets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References/Links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71924"/>
            <a:ext cx="5432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3548" y="1093992"/>
            <a:ext cx="8136904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</a:t>
            </a:r>
            <a:r>
              <a:rPr lang="en-US" alt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 HUB</a:t>
            </a:r>
            <a:endParaRPr lang="en-US" alt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1700808"/>
            <a:ext cx="8352928" cy="382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99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medical appointment scheduler is a tool or system designed to streamline the process of scheduling and managing appointments for healthcare providers and patients.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9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serves as a centralized platform where patients can request appointments, view available time slots, and receive confirmation details, while healthcare providers can efficiently manage their schedules, allocate resources, and coordinate patient visits.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9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a medical appointment scheduler, healthcare providers can streamline their administrative processes, improve patient satisfaction, and optimize resource utilization, ultimately enhancing the overall efficiency and quality of healthcare delivery. 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544" y="1412776"/>
            <a:ext cx="81369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No-Show Rates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Patients frequently miss their scheduled appointments, leading to wasted resources and disruptions in patient care.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Inefficiencies in Manual Booking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Overcome the inefficiencies, errors, and delays caused by manual booking methods, especially in larger healthcare practices.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Accessibility and Engagement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Patients often struggle to access convenient appointment slots, navigate scheduling systems, and receive timely reminders, resulting in frustration and decreased engagement with healthcare services.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5526" y="1228397"/>
            <a:ext cx="8370930" cy="4092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(React)</a:t>
            </a:r>
            <a:endParaRPr lang="en-US" altLang="en-US" sz="200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React.js (with Hooks + Context API / Redux for state management)</a:t>
            </a:r>
            <a:endParaRPr lang="en-US" altLang="en-US" sz="2000" dirty="0">
              <a:solidFill>
                <a:schemeClr val="tx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DOM (routing &amp; navigation)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/ Fetch (API calls to Express backend)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(Node.js + Express.js)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(server runtime)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(REST API framework)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(authentication &amp; authorization)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bcrypt.js (password hashing)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ongoDB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3548" y="1340768"/>
            <a:ext cx="8136904" cy="3476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Signup (Patients, Doctors, Admin)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token storage (in localStorage or httpOnly cookie)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route protection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doctors (specialization, location, availability)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Book, cancel, reschedule appointments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prescriptions, lab reports, medical history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integration(Stripe)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 listing page (title, author, summary, thumbnail)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catalog with categories (medicines, OTC, supplements, equipment)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3528" y="1228397"/>
            <a:ext cx="81369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Efficiency: Automates the scheduling process, reducing manual errors and administrative burden, allowing healthcare providers to focus more on patient care.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Patient Engagement: Provides an intuitive and accessible platform for patients to book, manage, and receive reminders for their appointments, enhancing their overall experience and satisfaction.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Healthcare: Offers convenient access to healthcare services, particularly beneficial for individuals with mobility issues or busy schedules.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 Provides a user-friendly interface for booking and managing appointments, leading to increased patient satisfaction.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544" y="1052736"/>
            <a:ext cx="81369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Management: Develop a user-friendly interface for patients to book, reschedule, and cancel appointments easily.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System: Implement automated reminders via SMS, email, or push notifications to reduce no-show rates.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Design: Ensure the application is responsive and accessible across various devices to accommodate different user needs..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Security: Implement robust security measures to protect patient data and ensure compliance with healthcare regulations.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Design the system to handle a growing number of users and appointments while maintaining performance and reliability.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" r="22438" b="27600"/>
          <a:stretch>
            <a:fillRect/>
          </a:stretch>
        </p:blipFill>
        <p:spPr>
          <a:xfrm>
            <a:off x="511145" y="1340768"/>
            <a:ext cx="8121710" cy="4608512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r="1176" b="9401"/>
          <a:stretch>
            <a:fillRect/>
          </a:stretch>
        </p:blipFill>
        <p:spPr>
          <a:xfrm>
            <a:off x="378333" y="1916832"/>
            <a:ext cx="8424936" cy="45434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78223" y="992193"/>
            <a:ext cx="8640960" cy="64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Single-page application router: Enables seamless navigation across various sections for effortless user experience.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3802" r="31888" b="9399"/>
          <a:stretch>
            <a:fillRect/>
          </a:stretch>
        </p:blipFill>
        <p:spPr>
          <a:xfrm>
            <a:off x="971600" y="1124744"/>
            <a:ext cx="7056784" cy="5170904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9" t="2401" r="1375" b="7615"/>
          <a:stretch>
            <a:fillRect/>
          </a:stretch>
        </p:blipFill>
        <p:spPr>
          <a:xfrm>
            <a:off x="440668" y="1222847"/>
            <a:ext cx="8262664" cy="4412306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r="16139" b="8000"/>
          <a:stretch>
            <a:fillRect/>
          </a:stretch>
        </p:blipFill>
        <p:spPr>
          <a:xfrm>
            <a:off x="863588" y="1063005"/>
            <a:ext cx="7416824" cy="4731990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971550" y="1412875"/>
            <a:ext cx="7447915" cy="4650740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971550" y="1268730"/>
            <a:ext cx="7200265" cy="4848225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395605" y="1556385"/>
            <a:ext cx="8326120" cy="4053205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807720" y="1412875"/>
            <a:ext cx="7529195" cy="4870450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45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720725" y="1268730"/>
            <a:ext cx="7703185" cy="4856480"/>
          </a:xfrm>
          <a:prstGeom prst="rect">
            <a:avLst/>
          </a:prstGeom>
        </p:spPr>
      </p:pic>
    </p:spTree>
  </p:cSld>
  <p:clrMapOvr>
    <a:masterClrMapping/>
  </p:clrMapOvr>
  <p:transition advTm="4000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comprehensive set of features outlined in the scope, including appointment booking, notification systems, and user authentication, the scheduler meet the diverse needs of both healthcare providers and patients.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its user-friendly interface and mobile accessibility, Medicare saves time and effort.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user-friendly features like automated reminders and easy appointment management, the scheduler aims to elevate the patient experience, leading to higher satisfaction levels and increased engagement with healthcare services.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References/Links used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3528" y="1340768"/>
            <a:ext cx="820891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Mozilla Developer Network (MDN) - HTML Documentation: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https://developer.mozilla.org/en-US/docs/Web/HTML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W3Schools - CSS Tutorial: 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https://www.w3schools.com/Css/</a:t>
            </a: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JavaScript.info - JavaScript Documentation: https://javascript.info/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4783</Words>
  <Application>WPS Presentation</Application>
  <PresentationFormat>On-screen Show (4:3)</PresentationFormat>
  <Paragraphs>138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MS PGothic</vt:lpstr>
      <vt:lpstr>Calibri</vt:lpstr>
      <vt:lpstr>Arial Black</vt:lpstr>
      <vt:lpstr>Microsoft YaHei</vt:lpstr>
      <vt:lpstr>Arial Unicode MS</vt:lpstr>
      <vt:lpstr>Bubble Sort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Tamanna kansal</cp:lastModifiedBy>
  <cp:revision>41</cp:revision>
  <dcterms:created xsi:type="dcterms:W3CDTF">2022-12-12T14:14:00Z</dcterms:created>
  <dcterms:modified xsi:type="dcterms:W3CDTF">2025-11-03T16:42:19Z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46236BD67F33400A9B1CE3056F075F7A_13</vt:lpwstr>
  </property>
  <property fmtid="{D5CDD505-2E9C-101B-9397-08002B2CF9AE}" pid="3" name="KSOProductBuildVer">
    <vt:lpwstr>1033-12.2.0.23131</vt:lpwstr>
  </property>
</Properties>
</file>